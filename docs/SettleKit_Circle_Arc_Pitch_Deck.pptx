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/>
            </a:pPr>
            <a:r>
              <a:t>SettleKit</a:t>
            </a:r>
          </a:p>
          <a:p>
            <a:pPr algn="ctr">
              <a:defRPr sz="2400"/>
            </a:pPr>
            <a:r>
              <a:t>Commerce OS for Software powered by USDC on Arc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/>
            </a:pPr>
            <a:r>
              <a:t>SettleKit</a:t>
            </a:r>
          </a:p>
          <a:p>
            <a:pPr algn="ctr">
              <a:defRPr sz="2400"/>
            </a:pPr>
            <a:r>
              <a:t>Commerce OS for Software powered by USDC on Arc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Developers stitch together payments, subscriptions, licensing and access control.</a:t>
            </a:r>
          </a:p>
          <a:p>
            <a:pPr>
              <a:defRPr sz="2200"/>
            </a:pPr>
            <a:r>
              <a:t>Crypto payments stop at settlement and do not automate fulfillment.</a:t>
            </a:r>
          </a:p>
          <a:p>
            <a:pPr>
              <a:defRPr sz="2200"/>
            </a:pPr>
            <a:r>
              <a:t>Monetizing APIs, AI agents and software remains complex.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Accept USDC on Arc with hosted checkout.</a:t>
            </a:r>
          </a:p>
          <a:p>
            <a:pPr>
              <a:defRPr sz="2200"/>
            </a:pPr>
            <a:r>
              <a:t>Automatic payment verification, entitlements and delivery.</a:t>
            </a:r>
          </a:p>
          <a:p>
            <a:pPr>
              <a:defRPr sz="2200"/>
            </a:pPr>
            <a:r>
              <a:t>Supports GitHub repos, SaaS, APIs, AI tools, license keys, files and webhooks.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Merchant dashboard</a:t>
            </a:r>
          </a:p>
          <a:p>
            <a:pPr>
              <a:defRPr sz="2200"/>
            </a:pPr>
            <a:r>
              <a:t>Marketplace</a:t>
            </a:r>
          </a:p>
          <a:p>
            <a:pPr>
              <a:defRPr sz="2200"/>
            </a:pPr>
            <a:r>
              <a:t>Hosted checkout</a:t>
            </a:r>
          </a:p>
          <a:p>
            <a:pPr>
              <a:defRPr sz="2200"/>
            </a:pPr>
            <a:r>
              <a:t>Production API</a:t>
            </a:r>
          </a:p>
          <a:p>
            <a:pPr>
              <a:defRPr sz="2200"/>
            </a:pPr>
            <a:r>
              <a:t>SDKs (TS, Python, Go, Rust)</a:t>
            </a:r>
          </a:p>
          <a:p>
            <a:pPr>
              <a:defRPr sz="2200"/>
            </a:pPr>
            <a:r>
              <a:t>CLI tooling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1. Merchant creates product.</a:t>
            </a:r>
          </a:p>
          <a:p>
            <a:pPr>
              <a:defRPr sz="2200"/>
            </a:pPr>
            <a:r>
              <a:t>2. Buyer pays in USDC.</a:t>
            </a:r>
          </a:p>
          <a:p>
            <a:pPr>
              <a:defRPr sz="2200"/>
            </a:pPr>
            <a:r>
              <a:t>3. Arc settlement verified.</a:t>
            </a:r>
          </a:p>
          <a:p>
            <a:pPr>
              <a:defRPr sz="2200"/>
            </a:pPr>
            <a:r>
              <a:t>4. Entitlements created.</a:t>
            </a:r>
          </a:p>
          <a:p>
            <a:pPr>
              <a:defRPr sz="2200"/>
            </a:pPr>
            <a:r>
              <a:t>5. Access automatically delivered.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Circle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USDC settlement on Arc</a:t>
            </a:r>
          </a:p>
          <a:p>
            <a:pPr>
              <a:defRPr sz="2200"/>
            </a:pPr>
            <a:r>
              <a:t>Circle Gateway</a:t>
            </a:r>
          </a:p>
          <a:p>
            <a:pPr>
              <a:defRPr sz="2200"/>
            </a:pPr>
            <a:r>
              <a:t>x402 payment protocol</a:t>
            </a:r>
          </a:p>
          <a:p>
            <a:pPr>
              <a:defRPr sz="2200"/>
            </a:pPr>
            <a:r>
              <a:t>Circle AppKit</a:t>
            </a:r>
          </a:p>
          <a:p>
            <a:pPr>
              <a:defRPr sz="2200"/>
            </a:pPr>
            <a:r>
              <a:t>Developer-Controlled Wallets</a:t>
            </a:r>
          </a:p>
          <a:p>
            <a:pPr>
              <a:defRPr sz="2200"/>
            </a:pPr>
            <a:r>
              <a:t>Future: CCTP V2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Universal entitlement engine</a:t>
            </a:r>
          </a:p>
          <a:p>
            <a:pPr>
              <a:defRPr sz="2200"/>
            </a:pPr>
            <a:r>
              <a:t>Delivery runner</a:t>
            </a:r>
          </a:p>
          <a:p>
            <a:pPr>
              <a:defRPr sz="2200"/>
            </a:pPr>
            <a:r>
              <a:t>Background worker</a:t>
            </a:r>
          </a:p>
          <a:p>
            <a:pPr>
              <a:defRPr sz="2200"/>
            </a:pPr>
            <a:r>
              <a:t>Shared PostgreSQL</a:t>
            </a:r>
          </a:p>
          <a:p>
            <a:pPr>
              <a:defRPr sz="2200"/>
            </a:pPr>
            <a:r>
              <a:t>Open-source modular monorepo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Production hardening</a:t>
            </a:r>
          </a:p>
          <a:p>
            <a:pPr>
              <a:defRPr sz="2200"/>
            </a:pPr>
            <a:r>
              <a:t>CCTP V2 integration</a:t>
            </a:r>
          </a:p>
          <a:p>
            <a:pPr>
              <a:defRPr sz="2200"/>
            </a:pPr>
            <a:r>
              <a:t>Wallet automation</a:t>
            </a:r>
          </a:p>
          <a:p>
            <a:pPr>
              <a:defRPr sz="2200"/>
            </a:pPr>
            <a:r>
              <a:t>Enterprise features</a:t>
            </a:r>
          </a:p>
          <a:p>
            <a:pPr>
              <a:defRPr sz="2200"/>
            </a:pPr>
            <a:r>
              <a:t>Plugin ecosystem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Why SettleKit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Commerce infrastructure instead of another checkout.</a:t>
            </a:r>
          </a:p>
          <a:p>
            <a:pPr>
              <a:defRPr sz="2200"/>
            </a:pPr>
            <a:r>
              <a:t>Developer-first open-source platform.</a:t>
            </a:r>
          </a:p>
          <a:p>
            <a:pPr>
              <a:defRPr sz="2200"/>
            </a:pPr>
            <a:r>
              <a:t>Designed to accelerate USDC adoption for software commerce.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